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314" r:id="rId3"/>
    <p:sldId id="322" r:id="rId4"/>
    <p:sldId id="323" r:id="rId5"/>
    <p:sldId id="266" r:id="rId6"/>
    <p:sldId id="349" r:id="rId7"/>
    <p:sldId id="341" r:id="rId8"/>
    <p:sldId id="342" r:id="rId9"/>
    <p:sldId id="343" r:id="rId10"/>
    <p:sldId id="350" r:id="rId11"/>
    <p:sldId id="344" r:id="rId12"/>
    <p:sldId id="345" r:id="rId13"/>
    <p:sldId id="351" r:id="rId14"/>
    <p:sldId id="352" r:id="rId15"/>
    <p:sldId id="353" r:id="rId16"/>
    <p:sldId id="354" r:id="rId17"/>
    <p:sldId id="355" r:id="rId18"/>
    <p:sldId id="340" r:id="rId19"/>
    <p:sldId id="356" r:id="rId20"/>
    <p:sldId id="347" r:id="rId21"/>
    <p:sldId id="348" r:id="rId22"/>
    <p:sldId id="33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13806D-64B0-4582-85A0-348AD1DBDE7D}" v="6" dt="2026-03-13T15:54:38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ya aluru" userId="758d7d1be5672be0" providerId="LiveId" clId="{5E45439B-C5FE-4ADF-8E5C-384C9B305DC0}"/>
    <pc:docChg chg="custSel addSld delSld modSld">
      <pc:chgData name="saranya aluru" userId="758d7d1be5672be0" providerId="LiveId" clId="{5E45439B-C5FE-4ADF-8E5C-384C9B305DC0}" dt="2026-03-14T02:55:13.696" v="216" actId="1076"/>
      <pc:docMkLst>
        <pc:docMk/>
      </pc:docMkLst>
      <pc:sldChg chg="del">
        <pc:chgData name="saranya aluru" userId="758d7d1be5672be0" providerId="LiveId" clId="{5E45439B-C5FE-4ADF-8E5C-384C9B305DC0}" dt="2026-03-14T02:54:51.105" v="213" actId="2696"/>
        <pc:sldMkLst>
          <pc:docMk/>
          <pc:sldMk cId="2851391703" sldId="261"/>
        </pc:sldMkLst>
      </pc:sldChg>
      <pc:sldChg chg="addSp delSp modSp mod">
        <pc:chgData name="saranya aluru" userId="758d7d1be5672be0" providerId="LiveId" clId="{5E45439B-C5FE-4ADF-8E5C-384C9B305DC0}" dt="2026-03-14T02:52:01.092" v="42" actId="1076"/>
        <pc:sldMkLst>
          <pc:docMk/>
          <pc:sldMk cId="3431953712" sldId="340"/>
        </pc:sldMkLst>
        <pc:picChg chg="add mod">
          <ac:chgData name="saranya aluru" userId="758d7d1be5672be0" providerId="LiveId" clId="{5E45439B-C5FE-4ADF-8E5C-384C9B305DC0}" dt="2026-03-14T02:51:35.016" v="38" actId="1076"/>
          <ac:picMkLst>
            <pc:docMk/>
            <pc:sldMk cId="3431953712" sldId="340"/>
            <ac:picMk id="7" creationId="{EF7750E2-357E-702E-E831-465DE1ADBBA1}"/>
          </ac:picMkLst>
        </pc:picChg>
        <pc:picChg chg="add mod">
          <ac:chgData name="saranya aluru" userId="758d7d1be5672be0" providerId="LiveId" clId="{5E45439B-C5FE-4ADF-8E5C-384C9B305DC0}" dt="2026-03-14T02:52:01.092" v="42" actId="1076"/>
          <ac:picMkLst>
            <pc:docMk/>
            <pc:sldMk cId="3431953712" sldId="340"/>
            <ac:picMk id="9" creationId="{7DCA2E94-6A3C-B0D2-68E2-1286DF99839D}"/>
          </ac:picMkLst>
        </pc:picChg>
        <pc:picChg chg="del">
          <ac:chgData name="saranya aluru" userId="758d7d1be5672be0" providerId="LiveId" clId="{5E45439B-C5FE-4ADF-8E5C-384C9B305DC0}" dt="2026-03-14T02:51:29.439" v="35" actId="478"/>
          <ac:picMkLst>
            <pc:docMk/>
            <pc:sldMk cId="3431953712" sldId="340"/>
            <ac:picMk id="12" creationId="{9F06FD78-9C3B-7521-C712-88B65175C961}"/>
          </ac:picMkLst>
        </pc:picChg>
        <pc:picChg chg="del">
          <ac:chgData name="saranya aluru" userId="758d7d1be5672be0" providerId="LiveId" clId="{5E45439B-C5FE-4ADF-8E5C-384C9B305DC0}" dt="2026-03-14T02:51:36.393" v="39" actId="478"/>
          <ac:picMkLst>
            <pc:docMk/>
            <pc:sldMk cId="3431953712" sldId="340"/>
            <ac:picMk id="14" creationId="{01E61000-B00F-30BE-ED4F-386778DD952F}"/>
          </ac:picMkLst>
        </pc:picChg>
      </pc:sldChg>
      <pc:sldChg chg="modSp mod">
        <pc:chgData name="saranya aluru" userId="758d7d1be5672be0" providerId="LiveId" clId="{5E45439B-C5FE-4ADF-8E5C-384C9B305DC0}" dt="2026-03-14T02:54:38.641" v="212" actId="20577"/>
        <pc:sldMkLst>
          <pc:docMk/>
          <pc:sldMk cId="3205484866" sldId="341"/>
        </pc:sldMkLst>
        <pc:spChg chg="mod">
          <ac:chgData name="saranya aluru" userId="758d7d1be5672be0" providerId="LiveId" clId="{5E45439B-C5FE-4ADF-8E5C-384C9B305DC0}" dt="2026-03-14T02:54:38.641" v="212" actId="20577"/>
          <ac:spMkLst>
            <pc:docMk/>
            <pc:sldMk cId="3205484866" sldId="341"/>
            <ac:spMk id="3" creationId="{B9B3F05C-9E83-4B8E-FE07-4A451B71C441}"/>
          </ac:spMkLst>
        </pc:spChg>
      </pc:sldChg>
      <pc:sldChg chg="addSp delSp mod">
        <pc:chgData name="saranya aluru" userId="758d7d1be5672be0" providerId="LiveId" clId="{5E45439B-C5FE-4ADF-8E5C-384C9B305DC0}" dt="2026-03-14T02:46:11.306" v="1" actId="478"/>
        <pc:sldMkLst>
          <pc:docMk/>
          <pc:sldMk cId="3050093034" sldId="351"/>
        </pc:sldMkLst>
        <pc:picChg chg="add del">
          <ac:chgData name="saranya aluru" userId="758d7d1be5672be0" providerId="LiveId" clId="{5E45439B-C5FE-4ADF-8E5C-384C9B305DC0}" dt="2026-03-14T02:46:11.306" v="1" actId="478"/>
          <ac:picMkLst>
            <pc:docMk/>
            <pc:sldMk cId="3050093034" sldId="351"/>
            <ac:picMk id="9" creationId="{ED62326F-B865-DF8E-E297-66A96217F4B2}"/>
          </ac:picMkLst>
        </pc:picChg>
      </pc:sldChg>
      <pc:sldChg chg="addSp delSp modSp mod">
        <pc:chgData name="saranya aluru" userId="758d7d1be5672be0" providerId="LiveId" clId="{5E45439B-C5FE-4ADF-8E5C-384C9B305DC0}" dt="2026-03-14T02:55:13.696" v="216" actId="1076"/>
        <pc:sldMkLst>
          <pc:docMk/>
          <pc:sldMk cId="1988822056" sldId="353"/>
        </pc:sldMkLst>
        <pc:picChg chg="add mod">
          <ac:chgData name="saranya aluru" userId="758d7d1be5672be0" providerId="LiveId" clId="{5E45439B-C5FE-4ADF-8E5C-384C9B305DC0}" dt="2026-03-14T02:55:13.696" v="216" actId="1076"/>
          <ac:picMkLst>
            <pc:docMk/>
            <pc:sldMk cId="1988822056" sldId="353"/>
            <ac:picMk id="9" creationId="{632A0B15-6A58-9B90-3FDB-C0EE5068CD22}"/>
          </ac:picMkLst>
        </pc:picChg>
        <pc:picChg chg="add mod">
          <ac:chgData name="saranya aluru" userId="758d7d1be5672be0" providerId="LiveId" clId="{5E45439B-C5FE-4ADF-8E5C-384C9B305DC0}" dt="2026-03-14T02:55:11.267" v="215" actId="1076"/>
          <ac:picMkLst>
            <pc:docMk/>
            <pc:sldMk cId="1988822056" sldId="353"/>
            <ac:picMk id="11" creationId="{3604EFAF-20A3-62B8-9E9A-2C0410BA6E24}"/>
          </ac:picMkLst>
        </pc:picChg>
        <pc:picChg chg="add mod">
          <ac:chgData name="saranya aluru" userId="758d7d1be5672be0" providerId="LiveId" clId="{5E45439B-C5FE-4ADF-8E5C-384C9B305DC0}" dt="2026-03-14T02:48:25.913" v="20" actId="1076"/>
          <ac:picMkLst>
            <pc:docMk/>
            <pc:sldMk cId="1988822056" sldId="353"/>
            <ac:picMk id="13" creationId="{829A9698-8C07-240C-0B05-16ABA1DB251C}"/>
          </ac:picMkLst>
        </pc:picChg>
        <pc:picChg chg="del mod">
          <ac:chgData name="saranya aluru" userId="758d7d1be5672be0" providerId="LiveId" clId="{5E45439B-C5FE-4ADF-8E5C-384C9B305DC0}" dt="2026-03-14T02:47:18.316" v="12" actId="478"/>
          <ac:picMkLst>
            <pc:docMk/>
            <pc:sldMk cId="1988822056" sldId="353"/>
            <ac:picMk id="19" creationId="{1D5E6F57-88A6-8DFD-C95F-9B7E59FA9C93}"/>
          </ac:picMkLst>
        </pc:picChg>
        <pc:picChg chg="del">
          <ac:chgData name="saranya aluru" userId="758d7d1be5672be0" providerId="LiveId" clId="{5E45439B-C5FE-4ADF-8E5C-384C9B305DC0}" dt="2026-03-14T02:47:16.772" v="11" actId="478"/>
          <ac:picMkLst>
            <pc:docMk/>
            <pc:sldMk cId="1988822056" sldId="353"/>
            <ac:picMk id="21" creationId="{5C00AECE-4A95-290C-674E-92A84BE37495}"/>
          </ac:picMkLst>
        </pc:picChg>
      </pc:sldChg>
      <pc:sldChg chg="addSp delSp modSp mod">
        <pc:chgData name="saranya aluru" userId="758d7d1be5672be0" providerId="LiveId" clId="{5E45439B-C5FE-4ADF-8E5C-384C9B305DC0}" dt="2026-03-14T02:49:23.059" v="26" actId="1076"/>
        <pc:sldMkLst>
          <pc:docMk/>
          <pc:sldMk cId="1672557046" sldId="354"/>
        </pc:sldMkLst>
        <pc:picChg chg="add mod">
          <ac:chgData name="saranya aluru" userId="758d7d1be5672be0" providerId="LiveId" clId="{5E45439B-C5FE-4ADF-8E5C-384C9B305DC0}" dt="2026-03-14T02:49:23.059" v="26" actId="1076"/>
          <ac:picMkLst>
            <pc:docMk/>
            <pc:sldMk cId="1672557046" sldId="354"/>
            <ac:picMk id="9" creationId="{1EAC9F87-C464-98C7-9EEE-A1664F8AA611}"/>
          </ac:picMkLst>
        </pc:picChg>
        <pc:picChg chg="del">
          <ac:chgData name="saranya aluru" userId="758d7d1be5672be0" providerId="LiveId" clId="{5E45439B-C5FE-4ADF-8E5C-384C9B305DC0}" dt="2026-03-14T02:48:47.026" v="23" actId="478"/>
          <ac:picMkLst>
            <pc:docMk/>
            <pc:sldMk cId="1672557046" sldId="354"/>
            <ac:picMk id="16" creationId="{745B7F74-F302-6F19-AAE4-0AB3F2274F9A}"/>
          </ac:picMkLst>
        </pc:picChg>
      </pc:sldChg>
      <pc:sldChg chg="addSp delSp modSp mod">
        <pc:chgData name="saranya aluru" userId="758d7d1be5672be0" providerId="LiveId" clId="{5E45439B-C5FE-4ADF-8E5C-384C9B305DC0}" dt="2026-03-14T02:50:56.165" v="34" actId="1076"/>
        <pc:sldMkLst>
          <pc:docMk/>
          <pc:sldMk cId="3868020062" sldId="355"/>
        </pc:sldMkLst>
        <pc:picChg chg="add mod">
          <ac:chgData name="saranya aluru" userId="758d7d1be5672be0" providerId="LiveId" clId="{5E45439B-C5FE-4ADF-8E5C-384C9B305DC0}" dt="2026-03-14T02:50:22.976" v="31" actId="1076"/>
          <ac:picMkLst>
            <pc:docMk/>
            <pc:sldMk cId="3868020062" sldId="355"/>
            <ac:picMk id="7" creationId="{443443C5-A1D9-2A81-F742-5D1276567AF6}"/>
          </ac:picMkLst>
        </pc:picChg>
        <pc:picChg chg="add mod">
          <ac:chgData name="saranya aluru" userId="758d7d1be5672be0" providerId="LiveId" clId="{5E45439B-C5FE-4ADF-8E5C-384C9B305DC0}" dt="2026-03-14T02:50:56.165" v="34" actId="1076"/>
          <ac:picMkLst>
            <pc:docMk/>
            <pc:sldMk cId="3868020062" sldId="355"/>
            <ac:picMk id="9" creationId="{BD80A08F-A781-082A-CCEB-D92C380DD02D}"/>
          </ac:picMkLst>
        </pc:picChg>
        <pc:picChg chg="del">
          <ac:chgData name="saranya aluru" userId="758d7d1be5672be0" providerId="LiveId" clId="{5E45439B-C5FE-4ADF-8E5C-384C9B305DC0}" dt="2026-03-14T02:50:07.925" v="27" actId="478"/>
          <ac:picMkLst>
            <pc:docMk/>
            <pc:sldMk cId="3868020062" sldId="355"/>
            <ac:picMk id="11" creationId="{580131D5-F965-B13F-41DD-292B8E096769}"/>
          </ac:picMkLst>
        </pc:picChg>
        <pc:picChg chg="del">
          <ac:chgData name="saranya aluru" userId="758d7d1be5672be0" providerId="LiveId" clId="{5E45439B-C5FE-4ADF-8E5C-384C9B305DC0}" dt="2026-03-14T02:50:10.208" v="28" actId="478"/>
          <ac:picMkLst>
            <pc:docMk/>
            <pc:sldMk cId="3868020062" sldId="355"/>
            <ac:picMk id="13" creationId="{B6896A65-A655-639E-5D5B-DA5F889117C8}"/>
          </ac:picMkLst>
        </pc:picChg>
      </pc:sldChg>
      <pc:sldChg chg="addSp delSp modSp add mod">
        <pc:chgData name="saranya aluru" userId="758d7d1be5672be0" providerId="LiveId" clId="{5E45439B-C5FE-4ADF-8E5C-384C9B305DC0}" dt="2026-03-14T02:53:01.905" v="52" actId="1076"/>
        <pc:sldMkLst>
          <pc:docMk/>
          <pc:sldMk cId="435287546" sldId="356"/>
        </pc:sldMkLst>
        <pc:picChg chg="del">
          <ac:chgData name="saranya aluru" userId="758d7d1be5672be0" providerId="LiveId" clId="{5E45439B-C5FE-4ADF-8E5C-384C9B305DC0}" dt="2026-03-14T02:52:10.757" v="44" actId="478"/>
          <ac:picMkLst>
            <pc:docMk/>
            <pc:sldMk cId="435287546" sldId="356"/>
            <ac:picMk id="7" creationId="{E4D35E55-DA9B-5AC4-5180-2FDD9C703D9C}"/>
          </ac:picMkLst>
        </pc:picChg>
        <pc:picChg chg="add mod">
          <ac:chgData name="saranya aluru" userId="758d7d1be5672be0" providerId="LiveId" clId="{5E45439B-C5FE-4ADF-8E5C-384C9B305DC0}" dt="2026-03-14T02:52:32.383" v="49" actId="1076"/>
          <ac:picMkLst>
            <pc:docMk/>
            <pc:sldMk cId="435287546" sldId="356"/>
            <ac:picMk id="8" creationId="{A55F9B08-D023-1209-F9E9-0413A5FF1888}"/>
          </ac:picMkLst>
        </pc:picChg>
        <pc:picChg chg="del">
          <ac:chgData name="saranya aluru" userId="758d7d1be5672be0" providerId="LiveId" clId="{5E45439B-C5FE-4ADF-8E5C-384C9B305DC0}" dt="2026-03-14T02:52:12.412" v="45" actId="478"/>
          <ac:picMkLst>
            <pc:docMk/>
            <pc:sldMk cId="435287546" sldId="356"/>
            <ac:picMk id="9" creationId="{F1B32843-02E9-D487-C692-391EE5927B38}"/>
          </ac:picMkLst>
        </pc:picChg>
        <pc:picChg chg="add mod">
          <ac:chgData name="saranya aluru" userId="758d7d1be5672be0" providerId="LiveId" clId="{5E45439B-C5FE-4ADF-8E5C-384C9B305DC0}" dt="2026-03-14T02:53:01.905" v="52" actId="1076"/>
          <ac:picMkLst>
            <pc:docMk/>
            <pc:sldMk cId="435287546" sldId="356"/>
            <ac:picMk id="11" creationId="{73D945C7-678D-A54C-A06E-CC8C0177210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14-03-2026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14-03-2026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14-03-2026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14-03-2026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Multiple choice questions quiz generator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Saranya Aluru</a:t>
            </a:r>
          </a:p>
          <a:p>
            <a:pPr marL="0" indent="0" algn="ctr">
              <a:buNone/>
            </a:pPr>
            <a:r>
              <a:rPr lang="en-US" sz="9600" dirty="0"/>
              <a:t>Student ID: 2520080012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Cluster:1</a:t>
            </a:r>
          </a:p>
          <a:p>
            <a:pPr marL="0" indent="0" algn="ctr">
              <a:buNone/>
            </a:pPr>
            <a:r>
              <a:rPr lang="en-US" sz="11200" dirty="0"/>
              <a:t>Section: 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14-03-2026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Sindhuja 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Co3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Co4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</a:t>
            </a:r>
            <a:r>
              <a:rPr lang="en-IN" dirty="0" err="1"/>
              <a:t>prject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project is an interactive web-based quiz application developed using </a:t>
            </a:r>
            <a:r>
              <a:rPr lang="en-US" b="1" dirty="0"/>
              <a:t>HTML</a:t>
            </a:r>
            <a:r>
              <a:rPr lang="en-US" dirty="0"/>
              <a:t>, </a:t>
            </a:r>
            <a:r>
              <a:rPr lang="en-US" b="1" dirty="0"/>
              <a:t>CSS</a:t>
            </a:r>
            <a:r>
              <a:rPr lang="en-US" dirty="0"/>
              <a:t>, and </a:t>
            </a:r>
            <a:r>
              <a:rPr lang="en-US" b="1" dirty="0"/>
              <a:t>JavaScript </a:t>
            </a:r>
            <a:r>
              <a:rPr lang="en-US" dirty="0"/>
              <a:t>. It is designed to test general knowledge through 10 specific questions while incorporating a dynamic difficulty management system.</a:t>
            </a:r>
          </a:p>
          <a:p>
            <a:r>
              <a:rPr lang="en-US" b="1" dirty="0"/>
              <a:t>Key Features &amp; Logic</a:t>
            </a:r>
            <a:r>
              <a:rPr lang="en-US" dirty="0"/>
              <a:t> The application features a unique "Miss-Limit" system based on user-selected difficulty:</a:t>
            </a:r>
          </a:p>
          <a:p>
            <a:r>
              <a:rPr lang="en-US" b="1" dirty="0"/>
              <a:t>Hard:</a:t>
            </a:r>
            <a:r>
              <a:rPr lang="en-US" dirty="0"/>
              <a:t> 3 misses allowed</a:t>
            </a:r>
          </a:p>
          <a:p>
            <a:r>
              <a:rPr lang="en-US" b="1" dirty="0"/>
              <a:t>Medium:</a:t>
            </a:r>
            <a:r>
              <a:rPr lang="en-US" dirty="0"/>
              <a:t> 5 misses allowed</a:t>
            </a:r>
          </a:p>
          <a:p>
            <a:r>
              <a:rPr lang="en-US" b="1" dirty="0"/>
              <a:t>Easy:</a:t>
            </a:r>
            <a:r>
              <a:rPr lang="en-US" dirty="0"/>
              <a:t> 7 misses allowed</a:t>
            </a:r>
          </a:p>
          <a:p>
            <a:r>
              <a:rPr lang="en-US" dirty="0"/>
              <a:t>Each correct answer awards </a:t>
            </a:r>
            <a:r>
              <a:rPr lang="en-US" b="1" dirty="0"/>
              <a:t>1 point</a:t>
            </a:r>
            <a:r>
              <a:rPr lang="en-US" dirty="0"/>
              <a:t>. To successfully complete the quiz, the user must satisfy two conditions: they must not exceed the miss limit of their chosen difficulty, and they must achieve a minimum score of </a:t>
            </a:r>
            <a:r>
              <a:rPr lang="en-US" b="1" dirty="0"/>
              <a:t>5 out of 10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current environment, basic knowledge assessments or classroom quizzes are often conducted using traditional methods, such as:</a:t>
            </a:r>
          </a:p>
          <a:p>
            <a:r>
              <a:rPr lang="en-US" b="1" dirty="0"/>
              <a:t>Paper-Based Testing:</a:t>
            </a:r>
            <a:r>
              <a:rPr lang="en-US" dirty="0"/>
              <a:t> Questions are printed, and grading is done manually by an instructor.</a:t>
            </a:r>
          </a:p>
          <a:p>
            <a:r>
              <a:rPr lang="en-US" b="1" dirty="0"/>
              <a:t>Static Digital Forms:</a:t>
            </a:r>
            <a:r>
              <a:rPr lang="en-US" dirty="0"/>
              <a:t> Simple online forms (like Google Forms) that collect answers but do not provide immediate interactive feedback or "live" consequences based on performance.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25CA8-2259-A52C-2221-3358500B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41C76FD-A807-F470-C1A1-F5E6F730A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Limitations of 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CC9E920-7730-C028-DB58-7B02BFBD5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 Dynamic Difficulty:</a:t>
            </a:r>
            <a:r>
              <a:rPr lang="en-US" dirty="0"/>
              <a:t> Existing systems usually have a "one-size-fits-all" approach. They don't allow a user to test their skills under different "miss-limit" constraints (Hard/Medium/Easy).</a:t>
            </a:r>
          </a:p>
          <a:p>
            <a:r>
              <a:rPr lang="en-US" b="1" dirty="0"/>
              <a:t>Static Logic:</a:t>
            </a:r>
            <a:r>
              <a:rPr lang="en-US" dirty="0"/>
              <a:t> Traditional forms cannot automatically end a session the moment a user exceeds a certain number of mistakes; they require the user to finish the entire test before showing results.</a:t>
            </a:r>
          </a:p>
          <a:p>
            <a:r>
              <a:rPr lang="en-US" b="1" dirty="0"/>
              <a:t>Poor User Experience:</a:t>
            </a:r>
            <a:r>
              <a:rPr lang="en-US" dirty="0"/>
              <a:t> Manual or basic systems lack an engaging interface, animations, and responsive design that works on both mobile and desktop.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0F0EE-60F6-0580-08E4-ECF5476D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E4AA7-F56C-27BB-6758-BD4BD39F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27897-1531-2C8C-35E4-5D9FD049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54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F05C-9E83-4B8E-FE07-4A451B71C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2563" y="1489273"/>
            <a:ext cx="10606873" cy="5062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proposed system is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Web-Based Quiz Application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that automates the assessment process through real-time logic. It replaces manual grading with an interactive interface that evaluates user performance instantly.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Key Features: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Tiered Difficulty: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Allows users to choose their challenge level (Easy, Medium, or Hard), which dynamically 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"Miss Limit" (7, 5, or 3 misses).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Instant Evaluation: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Uses JavaScript to track scores and enforce a strict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Pass/Fail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rule (score&gt;=5 to pass).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After attempting the quiz you can see the answers you have g</a:t>
            </a:r>
            <a:r>
              <a:rPr lang="en-US" altLang="en-US" sz="2200" dirty="0">
                <a:latin typeface="Google Sans Text"/>
              </a:rPr>
              <a:t>ot write and for the answers you have got wrong you can see the right answer.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Automatic Termination: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quiz ends immediately if the user exceeds the allowed number of misses for their selected difficulty.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Modern Design: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Built with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CSS Grid and Flexbox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 a responsive, mobile-friendly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53544DD-D96C-1C4E-9334-81E51AC0D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77" y="1976284"/>
            <a:ext cx="12099613" cy="386407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b="1" dirty="0"/>
              <a:t>1. Interface Module (The Look)</a:t>
            </a:r>
          </a:p>
          <a:p>
            <a:r>
              <a:rPr lang="en-US" dirty="0"/>
              <a:t>This is the front-end of the app that the user sees and interacts with.</a:t>
            </a:r>
          </a:p>
          <a:p>
            <a:r>
              <a:rPr lang="en-US" b="1" dirty="0"/>
              <a:t>Difficulty Buttons:</a:t>
            </a:r>
            <a:r>
              <a:rPr lang="en-US" dirty="0"/>
              <a:t> Allows the user to pick Easy, Medium, or Hard.</a:t>
            </a:r>
          </a:p>
          <a:p>
            <a:r>
              <a:rPr lang="en-US" b="1" dirty="0"/>
              <a:t>Responsive Layout:</a:t>
            </a:r>
            <a:r>
              <a:rPr lang="en-US" dirty="0"/>
              <a:t> Uses CSS Grid and Flexbox so the quiz looks good on both phones and computers.</a:t>
            </a:r>
          </a:p>
          <a:p>
            <a:r>
              <a:rPr lang="en-US" b="1" dirty="0"/>
              <a:t>Screen Switcher:</a:t>
            </a:r>
            <a:r>
              <a:rPr lang="en-US" dirty="0"/>
              <a:t> Automatically hides the "Home" screen and shows the "Quiz" screen when the user is ready.</a:t>
            </a:r>
          </a:p>
          <a:p>
            <a:r>
              <a:rPr lang="en-US" b="1" dirty="0"/>
              <a:t>2. Question Module (The Data)</a:t>
            </a:r>
          </a:p>
          <a:p>
            <a:r>
              <a:rPr lang="en-US" dirty="0"/>
              <a:t>This part handles the 30 questions you added.</a:t>
            </a:r>
          </a:p>
          <a:p>
            <a:r>
              <a:rPr lang="en-US" b="1" dirty="0"/>
              <a:t>Question Bank:</a:t>
            </a:r>
            <a:r>
              <a:rPr lang="en-US" dirty="0"/>
              <a:t> Stores all 30 questions and their correct answers.</a:t>
            </a:r>
          </a:p>
          <a:p>
            <a:r>
              <a:rPr lang="en-US" b="1" dirty="0"/>
              <a:t>Randomizer:</a:t>
            </a:r>
            <a:r>
              <a:rPr lang="en-US" dirty="0"/>
              <a:t> Every time you play, it picks 10 random questions so the quiz isn't the same twice.</a:t>
            </a:r>
          </a:p>
          <a:p>
            <a:r>
              <a:rPr lang="en-US" b="1" dirty="0"/>
              <a:t>Content Loader:</a:t>
            </a:r>
            <a:r>
              <a:rPr lang="en-US" dirty="0"/>
              <a:t> Puts the text and options onto the screen one by one.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4F3D-54C2-4B67-5BD1-2FB75191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FDB0130-F5B6-0186-A9F5-620CCF0B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42A74F-D117-882D-144D-BE24395DE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3. Logic Module (The Brain)</a:t>
            </a:r>
          </a:p>
          <a:p>
            <a:r>
              <a:rPr lang="en-US" dirty="0"/>
              <a:t>This is the JavaScript code that runs while the user is answering.</a:t>
            </a:r>
          </a:p>
          <a:p>
            <a:r>
              <a:rPr lang="en-US" b="1" dirty="0"/>
              <a:t>Answer Checker:</a:t>
            </a:r>
            <a:r>
              <a:rPr lang="en-US" dirty="0"/>
              <a:t> Detects if the user clicked the right or wrong button.</a:t>
            </a:r>
          </a:p>
          <a:p>
            <a:r>
              <a:rPr lang="en-US" b="1" dirty="0"/>
              <a:t>Live Tracker:</a:t>
            </a:r>
            <a:r>
              <a:rPr lang="en-US" dirty="0"/>
              <a:t> Keeps a real-time count of the </a:t>
            </a:r>
            <a:r>
              <a:rPr lang="en-US" b="1" dirty="0"/>
              <a:t>Score</a:t>
            </a:r>
            <a:r>
              <a:rPr lang="en-US" dirty="0"/>
              <a:t> and the </a:t>
            </a:r>
            <a:r>
              <a:rPr lang="en-US" b="1" dirty="0"/>
              <a:t>Misses</a:t>
            </a:r>
            <a:r>
              <a:rPr lang="en-US" dirty="0"/>
              <a:t>.</a:t>
            </a:r>
          </a:p>
          <a:p>
            <a:r>
              <a:rPr lang="en-US" b="1" dirty="0"/>
              <a:t>Auto-Stop:</a:t>
            </a:r>
            <a:r>
              <a:rPr lang="en-US" dirty="0"/>
              <a:t> If a user makes too many mistakes (based on their difficulty), it stops the quiz immediately.</a:t>
            </a:r>
          </a:p>
          <a:p>
            <a:r>
              <a:rPr lang="en-US" b="1" dirty="0"/>
              <a:t>4. Results Module (The Grading)</a:t>
            </a:r>
          </a:p>
          <a:p>
            <a:r>
              <a:rPr lang="en-US" dirty="0"/>
              <a:t>This handles the final "Report Card" at the end.</a:t>
            </a:r>
          </a:p>
          <a:p>
            <a:r>
              <a:rPr lang="en-US" b="1" dirty="0"/>
              <a:t>Pass/Fail Checker:</a:t>
            </a:r>
            <a:r>
              <a:rPr lang="en-US" dirty="0"/>
              <a:t> Applies the rule: If </a:t>
            </a:r>
            <a:r>
              <a:rPr lang="en-US" b="1" dirty="0"/>
              <a:t>Score is 5 or more</a:t>
            </a:r>
            <a:r>
              <a:rPr lang="en-US" dirty="0"/>
              <a:t>, you </a:t>
            </a:r>
            <a:r>
              <a:rPr lang="en-US" b="1" dirty="0"/>
              <a:t>Pass</a:t>
            </a:r>
            <a:r>
              <a:rPr lang="en-US" dirty="0"/>
              <a:t>.</a:t>
            </a:r>
          </a:p>
          <a:p>
            <a:r>
              <a:rPr lang="en-US" b="1" dirty="0"/>
              <a:t>Summary Display:</a:t>
            </a:r>
            <a:r>
              <a:rPr lang="en-US" dirty="0"/>
              <a:t> Shows the final score (e.g., 8/10) and total misses.</a:t>
            </a:r>
          </a:p>
          <a:p>
            <a:r>
              <a:rPr lang="en-US" b="1" dirty="0"/>
              <a:t>Reset Button:</a:t>
            </a:r>
            <a:r>
              <a:rPr lang="en-US" dirty="0"/>
              <a:t> Lets the user restart the quiz to try again with new questions.</a:t>
            </a:r>
          </a:p>
          <a:p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1ED2A-6C98-8DA8-178B-D556F405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54D04-9869-91B8-D890-401DDD20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267FF-7DAE-A6A8-7130-AA46B0A5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6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C53CE7-5541-DC94-5184-D44F39A7FA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44215"/>
            <a:ext cx="9800303" cy="5124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Implement Algorithmic Logic: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Create a system that automatically grades answers and applies specific rules, such as the </a:t>
            </a:r>
            <a:r>
              <a:rPr lang="en-US" altLang="en-US" sz="2400" b="1" dirty="0">
                <a:latin typeface="Google Sans Text"/>
              </a:rPr>
              <a:t>score&gt;=5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requirement to pass.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Enable Dynamic Difficulty Levels: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Develop a feature that allows users to choose between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Easy, Medium, and Hard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modes, which dynamically changes the "Miss Limit" constraint.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Ensure Content Variety: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shuffling algorithm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randomly select 10 questions from a pool of 30, ensuring that the assessment remains challenging and non-repetitive.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Provide Real-Time Feedback: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Build a live tracking system using JavaScript so users can see their score and mistakes instantly as they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 Demonstrate Responsive Web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CSS Grid and Flexbox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to ensure the application works perfectly on all devices, including mobile phones, tablets, and desktops.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93135"/>
            <a:ext cx="4766186" cy="181166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 1: </a:t>
            </a:r>
          </a:p>
          <a:p>
            <a:r>
              <a:rPr lang="en-US" dirty="0"/>
              <a:t>The application utilizes an external stylesheet to manage the visual presentation.</a:t>
            </a:r>
          </a:p>
          <a:p>
            <a:r>
              <a:rPr lang="en-US" dirty="0"/>
              <a:t>Basic html body</a:t>
            </a:r>
          </a:p>
          <a:p>
            <a:r>
              <a:rPr lang="en-US" b="1" dirty="0"/>
              <a:t>CSS Variables</a:t>
            </a:r>
            <a:r>
              <a:rPr lang="en-US" dirty="0"/>
              <a:t> are used for consistent theme management, and the </a:t>
            </a:r>
            <a:r>
              <a:rPr lang="en-US" b="1" dirty="0"/>
              <a:t>Box Model</a:t>
            </a:r>
            <a:r>
              <a:rPr lang="en-US" dirty="0"/>
              <a:t> (margins, padding, borders) ensures a clean, professional user interface.</a:t>
            </a:r>
          </a:p>
          <a:p>
            <a:pPr marL="971550" lvl="1" indent="-514350">
              <a:buFont typeface="+mj-lt"/>
              <a:buAutoNum type="arabicPeriod"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5F29D-00EE-647B-FC5C-3B17384A6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66" y="3200753"/>
            <a:ext cx="3711076" cy="31555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B603CB-B58C-1021-D313-6CCDC33D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930591"/>
            <a:ext cx="3560116" cy="44257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26C3DA-B15F-DBC5-7DAC-0F7A5C6A5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076" y="3265322"/>
            <a:ext cx="3789077" cy="302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7C6B-AC2E-E63A-8FFD-3D5068B0A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90" y="485340"/>
            <a:ext cx="1206910" cy="756623"/>
          </a:xfrm>
        </p:spPr>
        <p:txBody>
          <a:bodyPr>
            <a:normAutofit/>
          </a:bodyPr>
          <a:lstStyle/>
          <a:p>
            <a:r>
              <a:rPr lang="en-IN" sz="24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B093-73A4-D482-9FAC-487D69828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979820"/>
            <a:ext cx="1462548" cy="524285"/>
          </a:xfrm>
        </p:spPr>
        <p:txBody>
          <a:bodyPr/>
          <a:lstStyle/>
          <a:p>
            <a:r>
              <a:rPr lang="en-IN" dirty="0"/>
              <a:t>Co2:-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BF47F-D795-2D6D-8591-224F0837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5EA4F-80B2-11C9-E094-51093D59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2D81-1EC2-F594-7366-D2AF4418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3145EA4-AF49-9971-7B67-24AADBDF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74" y="1241963"/>
            <a:ext cx="44884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structure follows modern web standards for document flow and responsiveness.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HTML5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tags like header etc.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Grid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organize answer options into a 2x2 matrix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precise alignment.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7A9BEB-4DE3-1C92-33C0-F7D28EA7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868" y="3584713"/>
            <a:ext cx="6264458" cy="26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93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0062-3952-A3C6-05FE-55FF866F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904C-6C9C-8D4B-1A6B-0591FB6D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90" y="485340"/>
            <a:ext cx="1206910" cy="756623"/>
          </a:xfrm>
        </p:spPr>
        <p:txBody>
          <a:bodyPr>
            <a:normAutofit/>
          </a:bodyPr>
          <a:lstStyle/>
          <a:p>
            <a:r>
              <a:rPr lang="en-IN" sz="24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83C4-0C6F-A04C-A998-38E0D04C9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3" y="979820"/>
            <a:ext cx="2839065" cy="2449180"/>
          </a:xfrm>
        </p:spPr>
        <p:txBody>
          <a:bodyPr/>
          <a:lstStyle/>
          <a:p>
            <a:r>
              <a:rPr lang="en-IN" dirty="0"/>
              <a:t>Co3:-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85D2-4D62-0BF4-25DE-7DBDBD8DE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7476B-63CA-C64E-E1AA-0AA4DE7E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9EC7-C2E7-F03E-B374-75C81701C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5A01E9B-73F5-F50D-6E4B-1896A7A20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44" y="1319819"/>
            <a:ext cx="38222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scripting is used to manage data and randomization.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3-question bank is stored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Array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algorithmic shuffle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picks 10 random questions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session, ensuring the content is unique for every attempt.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02EC87-0B20-CD17-9445-7A9D446D5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438" y="485340"/>
            <a:ext cx="7673924" cy="53904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A5E6EB9-BBCA-8D48-B2C1-18802539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636" y="5859014"/>
            <a:ext cx="7332407" cy="99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6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BB9F1-0B05-8818-A98E-9B2025B0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6031-CA95-7C90-8412-DEBAFA7C5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90" y="485340"/>
            <a:ext cx="1206910" cy="756623"/>
          </a:xfrm>
        </p:spPr>
        <p:txBody>
          <a:bodyPr>
            <a:normAutofit/>
          </a:bodyPr>
          <a:lstStyle/>
          <a:p>
            <a:r>
              <a:rPr lang="en-IN" sz="24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3215C-069C-08D0-1AFE-5E347F69D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3" y="979820"/>
            <a:ext cx="2839065" cy="2449180"/>
          </a:xfrm>
        </p:spPr>
        <p:txBody>
          <a:bodyPr/>
          <a:lstStyle/>
          <a:p>
            <a:r>
              <a:rPr lang="en-IN" dirty="0"/>
              <a:t>Co4:-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98BF1-EC60-D677-6102-8E57CE736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49C04-487E-A768-4669-2681C057C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7FF6F-39C1-5A85-239A-ABCE2C07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166499A-AB4D-D9F7-DF95-187FDCEA2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81" y="1327247"/>
            <a:ext cx="460904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application responds instantly to user input through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 Object Model (DOM).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 is updated dynamically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refresh the score and question text on the screen without a full page reload.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2A0B15-6A58-9B90-3FDB-C0EE5068C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944" y="4493416"/>
            <a:ext cx="2304512" cy="2228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04EFAF-20A3-62B8-9E9A-2C0410BA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708" y="0"/>
            <a:ext cx="4931365" cy="44376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9A9698-8C07-240C-0B05-16ABA1DB2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45" y="3923480"/>
            <a:ext cx="5871051" cy="282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822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43572-E703-4D5A-8D1D-FA988211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F337-2DBB-CD73-CACC-5BECAD66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490" y="485340"/>
            <a:ext cx="1206910" cy="756623"/>
          </a:xfrm>
        </p:spPr>
        <p:txBody>
          <a:bodyPr>
            <a:normAutofit/>
          </a:bodyPr>
          <a:lstStyle/>
          <a:p>
            <a:r>
              <a:rPr lang="en-IN" sz="2400" dirty="0"/>
              <a:t>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51E4-E0BF-3D25-F339-33C86598C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574" y="979820"/>
            <a:ext cx="2475272" cy="43602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Co5:-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B7977-1D2B-EDA6-8795-24B74C56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5058-7D0F-40EF-77BB-7B7958319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2833E-493E-1AF5-BC49-8AACC7A1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CCBF45E-EB18-473B-F075-7B155619E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32" y="1335216"/>
            <a:ext cx="443189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conditional logic governs the assessment outcome and difficulty.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Passing Condition: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strict evaluation logic requires a minimum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of 5/10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Constraint: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tiered "Miss Limit" (3, 5, or 7) is enforced based on the initial user selection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terminate the session if accuracy drops too low.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AC9F87-C464-98C7-9EEE-A1664F8AA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65" y="662060"/>
            <a:ext cx="6771505" cy="31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57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E438-D9D8-52D7-87AE-D53E310B9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5289-6899-1753-BA03-1652CE169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8B02E-2209-0B65-5743-FC806604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DE526-F457-5F04-69D5-87EA2349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4CDF-9107-EB7E-CEDD-7C5957E9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3443C5-A1D9-2A81-F742-5D1276567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2" y="1502517"/>
            <a:ext cx="5838296" cy="3138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80A08F-A781-082A-CCEB-D92C380DD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548" y="1450483"/>
            <a:ext cx="5653272" cy="324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20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7750E2-357E-702E-E831-465DE1ADB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41" y="1564575"/>
            <a:ext cx="5625959" cy="31400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CA2E94-6A3C-B0D2-68E2-1286DF99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412" y="562402"/>
            <a:ext cx="5039838" cy="49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A088-65AF-0098-44EC-B75C1CF90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8A12-4755-F2F0-1F3D-7E60CD54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FB835-9C29-7647-7EC3-226D09F1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E4751-0B4F-EB0A-D9C1-2E19992F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3961-1E8B-5E60-2729-3C582CBB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5F9B08-D023-1209-F9E9-0413A5FF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45" y="1472529"/>
            <a:ext cx="5174069" cy="48359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945C7-678D-A54C-A06E-CC8C01772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951" y="1548881"/>
            <a:ext cx="5156552" cy="282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87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/>
              <a:t>Interactive Quiz Assessment System</a:t>
            </a:r>
            <a:r>
              <a:rPr lang="en-US" dirty="0"/>
              <a:t> successfully demonstrates a complete web application built using </a:t>
            </a:r>
            <a:r>
              <a:rPr lang="en-US" b="1" dirty="0"/>
              <a:t>HTML5, CSS3, and JavaScript</a:t>
            </a:r>
            <a:r>
              <a:rPr lang="en-US" dirty="0"/>
              <a:t>. By integrating a randomized 30-question pool and tiered difficulty levels, the project achieves a balance between user engagement and automated evaluation.</a:t>
            </a:r>
          </a:p>
          <a:p>
            <a:r>
              <a:rPr lang="en-US" dirty="0"/>
              <a:t>The project effectively meets all </a:t>
            </a:r>
            <a:r>
              <a:rPr lang="en-US" b="1" dirty="0"/>
              <a:t>Course Outcomes (CO 1–5)</a:t>
            </a:r>
            <a:r>
              <a:rPr lang="en-US" dirty="0"/>
              <a:t>, moving from basic styling and semantic structure to advanced algorithmic logic and real-time DOM manipulation. It proves that a </a:t>
            </a:r>
            <a:r>
              <a:rPr lang="en-US" b="1" dirty="0"/>
              <a:t>Single Page Application (SPA)</a:t>
            </a:r>
            <a:r>
              <a:rPr lang="en-US" dirty="0"/>
              <a:t> can efficiently handle complex state management and provide instant, accurate feedback to users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83DFD-4145-46B6-BA5B-4C9D68B54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  <a:tab pos="228600" algn="l"/>
                <a:tab pos="282575" algn="l"/>
                <a:tab pos="339725" algn="l"/>
              </a:tabLst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14-03-2026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14-03-2026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3868</TotalTime>
  <Words>1425</Words>
  <Application>Microsoft Office PowerPoint</Application>
  <PresentationFormat>Widescreen</PresentationFormat>
  <Paragraphs>181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Google Sans Text</vt:lpstr>
      <vt:lpstr>Office Theme</vt:lpstr>
      <vt:lpstr>Custom Design</vt:lpstr>
      <vt:lpstr>Title: Multiple choice questions quiz generator</vt:lpstr>
      <vt:lpstr>OUTLINE</vt:lpstr>
      <vt:lpstr>Abstract</vt:lpstr>
      <vt:lpstr>Existing System </vt:lpstr>
      <vt:lpstr>Limitations of Existing System </vt:lpstr>
      <vt:lpstr>Proposed System</vt:lpstr>
      <vt:lpstr>System Architecture</vt:lpstr>
      <vt:lpstr>Project Modules</vt:lpstr>
      <vt:lpstr>Project Modules</vt:lpstr>
      <vt:lpstr>Objectives</vt:lpstr>
      <vt:lpstr>Co’s Attainments - FWD</vt:lpstr>
      <vt:lpstr>Cont’d</vt:lpstr>
      <vt:lpstr>Cont’d</vt:lpstr>
      <vt:lpstr>Cont’d</vt:lpstr>
      <vt:lpstr>Cont’d</vt:lpstr>
      <vt:lpstr>Screenshots for FWD </vt:lpstr>
      <vt:lpstr>Screenshots for FWD </vt:lpstr>
      <vt:lpstr>Screenshots for FWD 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saranya aluru</cp:lastModifiedBy>
  <cp:revision>53</cp:revision>
  <dcterms:created xsi:type="dcterms:W3CDTF">2022-05-20T10:20:31Z</dcterms:created>
  <dcterms:modified xsi:type="dcterms:W3CDTF">2026-03-14T02:55:17Z</dcterms:modified>
</cp:coreProperties>
</file>